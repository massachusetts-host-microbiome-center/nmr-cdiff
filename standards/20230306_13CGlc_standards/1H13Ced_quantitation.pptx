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E3B2-A99B-3463-97FC-219A33158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48376-03AB-1CF9-984B-30D59C4D1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55DD-EA0D-46A9-55D1-14A9A8BA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60952-75F5-6585-9E80-8C74A994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3CEA3-DEC5-2774-D796-003897CC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2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0B60-FBFC-0549-8DC6-5429524D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4E33-C6D7-B7DB-C359-1CB334240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28260-86D4-D79F-7572-5EF2B18C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4180-E68E-046E-91AB-7FF2E7422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760D4-9145-C6A9-4097-DA899065C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99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586AC-FE80-A7EA-08D3-0D105A55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05ADF-F82A-D6A5-C0A0-BE55A513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05284-5DE0-CF0D-2FA5-FBF99DE0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9D01-5D84-A6BF-59DD-74900168E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2BED7-667B-2B61-9B43-86317A34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4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A9ACE-8404-C533-CCE4-887C35D4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D48E0-82D3-18E7-B467-0657DAD934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72405-5F1A-A8D9-9CC5-B211970AF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01BB5-D00A-E693-BD71-81849C6C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3B64F-94F3-B6FC-2F66-AC8CF1249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7A47F-D0DC-E590-D3D0-FAE6D114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5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177C-B9FA-30FA-F576-379DE9361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5BBD4-503E-6FCF-6ECD-D43E306B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085D0B-9BC2-CA7A-495C-71CE4566D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115AD-2F75-502D-3FF9-4400CFD2C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8AFD5-B090-E98B-3C22-ACBC3E39D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3A55D-8590-0EFB-1F45-C4C316646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50BE5-9753-770C-BE65-EBA18C20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EC685-253B-F7FE-BDE2-DC5905CB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91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1B50-1ADB-ECE6-EB79-CB37C4FC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AB6018-3496-416D-844A-B902005D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25558-DE61-515F-9184-B34B0547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572F7-516B-D0F2-6CB2-E79F3AE8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7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A10CF3-5060-8E41-5A85-48E94A69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0106A-9F96-8C77-8AEF-EE9358C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F4206-94DB-3913-E5FF-25558092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9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6124-D75C-D956-BC40-3162409A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3453-EA03-D472-ADDD-6FE2ABA07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25DC9-7D1D-ED75-DF1A-4D1A9747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F341D-00CB-41B2-AA52-62CC7552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76B11-6BC3-E3EA-0E28-DFB07BD1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85A81-35CA-101E-36EF-7EBB17E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8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F5F6-AE23-45F2-1067-551948CD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F37E5-8DEE-498E-717F-806674968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704D3-4255-6EA3-4DCA-BF90CAB5B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7CE3B-3D1F-B107-38E3-095046C0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8793A-47A4-EFDD-A5BF-703629AB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90BEC-5C6A-6AA9-68C4-6E5F5F2D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6BDA-3DB1-579C-C9A2-97923F28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4AB51-49C0-5004-404E-834BA75F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F6D62-99F2-71FD-4F65-588ED7FB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54EBE-7352-A338-3709-8D119906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B4D04-2A38-232A-41CA-99ECAF32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7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797D8-3840-8A10-9CA3-28D373742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31C3F-4384-6958-D029-048D4A778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A6EB-3A2F-B245-70C3-43A844AD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AB5A2-EAA1-8F25-506D-19057E9A5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849E2-EF80-F4B6-41B5-1BB66A6E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0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342C4-FB5A-CD24-C628-EBF9478C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914F5-43F0-1A91-E11A-48A134540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97593-30C9-1B93-17EF-AEE6123FAE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28A5C-8165-6642-A4FC-08E7A8742EA4}" type="datetimeFigureOut">
              <a:rPr lang="en-US" smtClean="0"/>
              <a:t>3/8/23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D0558-0A3B-BC4A-9E97-57B63C342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DE298-1C4D-3CBB-4648-C4231B6E2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A1BA3-66FD-524C-A334-E10D6F68C8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6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5366-EEA8-ACCA-2B5C-1AFF69614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1H[</a:t>
            </a:r>
            <a:r>
              <a:rPr lang="en-US" sz="48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Ced] quantitation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03EEB-0B8F-6BA6-A74E-6412857F3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3/8/23</a:t>
            </a:r>
          </a:p>
        </p:txBody>
      </p:sp>
    </p:spTree>
    <p:extLst>
      <p:ext uri="{BB962C8B-B14F-4D97-AF65-F5344CB8AC3E}">
        <p14:creationId xmlns:p14="http://schemas.microsoft.com/office/powerpoint/2010/main" val="64137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70915FB-D5DB-96E3-279B-7F514556D8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03" t="39713" r="18600" b="7336"/>
          <a:stretch/>
        </p:blipFill>
        <p:spPr>
          <a:xfrm>
            <a:off x="0" y="2471351"/>
            <a:ext cx="5736479" cy="3521676"/>
          </a:xfrm>
          <a:prstGeom prst="rect">
            <a:avLst/>
          </a:prstGeo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F3A6ABB3-0F32-80BB-0881-3F9313E449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27" t="29164" r="16067" b="9198"/>
          <a:stretch/>
        </p:blipFill>
        <p:spPr>
          <a:xfrm>
            <a:off x="6047747" y="1913032"/>
            <a:ext cx="6144253" cy="39440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456E86-14C7-1DC6-BD30-1182AB7A7C91}"/>
              </a:ext>
            </a:extLst>
          </p:cNvPr>
          <p:cNvSpPr txBox="1"/>
          <p:nvPr/>
        </p:nvSpPr>
        <p:spPr>
          <a:xfrm>
            <a:off x="296562" y="284205"/>
            <a:ext cx="1846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Butyrate</a:t>
            </a:r>
          </a:p>
        </p:txBody>
      </p:sp>
      <p:pic>
        <p:nvPicPr>
          <p:cNvPr id="1028" name="Picture 4" descr="Sodium butyrate - American Chemical Society">
            <a:extLst>
              <a:ext uri="{FF2B5EF4-FFF2-40B4-BE49-F238E27FC236}">
                <a16:creationId xmlns:a16="http://schemas.microsoft.com/office/drawing/2014/main" id="{E5DA5FEF-50F2-770F-CA43-93F8DB111B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46"/>
          <a:stretch/>
        </p:blipFill>
        <p:spPr bwMode="auto">
          <a:xfrm flipH="1">
            <a:off x="2774729" y="284205"/>
            <a:ext cx="2714685" cy="153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9B99D5-879C-183E-B1D8-EAEA0F305545}"/>
              </a:ext>
            </a:extLst>
          </p:cNvPr>
          <p:cNvSpPr txBox="1"/>
          <p:nvPr/>
        </p:nvSpPr>
        <p:spPr>
          <a:xfrm>
            <a:off x="3816506" y="76080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5E7D4-D0C9-0551-FA3B-9D0B01CAA495}"/>
              </a:ext>
            </a:extLst>
          </p:cNvPr>
          <p:cNvSpPr txBox="1"/>
          <p:nvPr/>
        </p:nvSpPr>
        <p:spPr>
          <a:xfrm>
            <a:off x="4563913" y="39294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CC96C-0898-1F7F-4B29-CFE32819846D}"/>
              </a:ext>
            </a:extLst>
          </p:cNvPr>
          <p:cNvSpPr txBox="1"/>
          <p:nvPr/>
        </p:nvSpPr>
        <p:spPr>
          <a:xfrm>
            <a:off x="5295354" y="76080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2EE61F-C56A-54FC-2764-6D47DF94EC1D}"/>
              </a:ext>
            </a:extLst>
          </p:cNvPr>
          <p:cNvSpPr txBox="1"/>
          <p:nvPr/>
        </p:nvSpPr>
        <p:spPr>
          <a:xfrm>
            <a:off x="951560" y="290195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929B3-F72C-B96F-97AC-279797312EE2}"/>
              </a:ext>
            </a:extLst>
          </p:cNvPr>
          <p:cNvSpPr txBox="1"/>
          <p:nvPr/>
        </p:nvSpPr>
        <p:spPr>
          <a:xfrm>
            <a:off x="2624882" y="290195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4FC621-6A27-F9FC-DA7D-633C1EC6DAC1}"/>
              </a:ext>
            </a:extLst>
          </p:cNvPr>
          <p:cNvSpPr txBox="1"/>
          <p:nvPr/>
        </p:nvSpPr>
        <p:spPr>
          <a:xfrm>
            <a:off x="4275909" y="290195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3F5B7F-E5F5-C03E-8F11-BA591C0776A7}"/>
              </a:ext>
            </a:extLst>
          </p:cNvPr>
          <p:cNvSpPr txBox="1"/>
          <p:nvPr/>
        </p:nvSpPr>
        <p:spPr>
          <a:xfrm>
            <a:off x="7446953" y="184041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C6CFE5-B647-CF61-FEBE-3714735E7DBF}"/>
              </a:ext>
            </a:extLst>
          </p:cNvPr>
          <p:cNvSpPr txBox="1"/>
          <p:nvPr/>
        </p:nvSpPr>
        <p:spPr>
          <a:xfrm>
            <a:off x="8605268" y="1840408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2D5C67-44CD-1C56-7B18-C99646BB78B2}"/>
              </a:ext>
            </a:extLst>
          </p:cNvPr>
          <p:cNvSpPr txBox="1"/>
          <p:nvPr/>
        </p:nvSpPr>
        <p:spPr>
          <a:xfrm>
            <a:off x="9887371" y="1840408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01B250-48AC-F919-EFC5-14C91C3B5180}"/>
              </a:ext>
            </a:extLst>
          </p:cNvPr>
          <p:cNvSpPr txBox="1"/>
          <p:nvPr/>
        </p:nvSpPr>
        <p:spPr>
          <a:xfrm>
            <a:off x="2536797" y="2224987"/>
            <a:ext cx="633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2267B-6479-05D4-57C7-095B59238F8E}"/>
              </a:ext>
            </a:extLst>
          </p:cNvPr>
          <p:cNvSpPr txBox="1"/>
          <p:nvPr/>
        </p:nvSpPr>
        <p:spPr>
          <a:xfrm>
            <a:off x="8052112" y="1089869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H[</a:t>
            </a:r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C-ed]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3CE9E1-725F-E4D1-D365-C87F5B037273}"/>
              </a:ext>
            </a:extLst>
          </p:cNvPr>
          <p:cNvCxnSpPr/>
          <p:nvPr/>
        </p:nvCxnSpPr>
        <p:spPr>
          <a:xfrm>
            <a:off x="5863003" y="571059"/>
            <a:ext cx="0" cy="62011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69EE798-35ED-2B1B-DBF4-AF701675317A}"/>
              </a:ext>
            </a:extLst>
          </p:cNvPr>
          <p:cNvSpPr txBox="1"/>
          <p:nvPr/>
        </p:nvSpPr>
        <p:spPr>
          <a:xfrm>
            <a:off x="6096000" y="222649"/>
            <a:ext cx="53049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Purpose: assess </a:t>
            </a:r>
            <a:r>
              <a:rPr lang="en-US" dirty="0" err="1"/>
              <a:t>quantitativeness</a:t>
            </a:r>
            <a:r>
              <a:rPr lang="en-US" dirty="0"/>
              <a:t> of 1H[13Ced] NMR in</a:t>
            </a:r>
          </a:p>
          <a:p>
            <a:r>
              <a:rPr lang="en-US" dirty="0"/>
              <a:t>a molecule with protons in similar molecular contexts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A332CC-57C3-0A63-98F8-256E8E443F34}"/>
              </a:ext>
            </a:extLst>
          </p:cNvPr>
          <p:cNvSpPr txBox="1"/>
          <p:nvPr/>
        </p:nvSpPr>
        <p:spPr>
          <a:xfrm>
            <a:off x="3705887" y="1786933"/>
            <a:ext cx="1571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</a:t>
            </a:r>
            <a:r>
              <a:rPr lang="en-US" b="1" dirty="0"/>
              <a:t>2:2:3</a:t>
            </a:r>
          </a:p>
        </p:txBody>
      </p:sp>
    </p:spTree>
    <p:extLst>
      <p:ext uri="{BB962C8B-B14F-4D97-AF65-F5344CB8AC3E}">
        <p14:creationId xmlns:p14="http://schemas.microsoft.com/office/powerpoint/2010/main" val="4200888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C96107-6AF9-4579-E49F-044B6DBF3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864087" y="-168166"/>
            <a:ext cx="3782595" cy="2698112"/>
          </a:xfrm>
          <a:prstGeom prst="rect">
            <a:avLst/>
          </a:prstGeom>
        </p:spPr>
      </p:pic>
      <p:pic>
        <p:nvPicPr>
          <p:cNvPr id="4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2285D71-DE14-8913-86EF-BA842DC97F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0" t="10204" r="9162" b="9748"/>
          <a:stretch/>
        </p:blipFill>
        <p:spPr>
          <a:xfrm>
            <a:off x="128244" y="2045811"/>
            <a:ext cx="6039560" cy="42281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456E86-14C7-1DC6-BD30-1182AB7A7C91}"/>
              </a:ext>
            </a:extLst>
          </p:cNvPr>
          <p:cNvSpPr txBox="1"/>
          <p:nvPr/>
        </p:nvSpPr>
        <p:spPr>
          <a:xfrm>
            <a:off x="296562" y="284205"/>
            <a:ext cx="1664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Alanine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9B99D5-879C-183E-B1D8-EAEA0F305545}"/>
              </a:ext>
            </a:extLst>
          </p:cNvPr>
          <p:cNvSpPr txBox="1"/>
          <p:nvPr/>
        </p:nvSpPr>
        <p:spPr>
          <a:xfrm>
            <a:off x="3755384" y="1234893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0CC96C-0898-1F7F-4B29-CFE32819846D}"/>
              </a:ext>
            </a:extLst>
          </p:cNvPr>
          <p:cNvSpPr txBox="1"/>
          <p:nvPr/>
        </p:nvSpPr>
        <p:spPr>
          <a:xfrm>
            <a:off x="4227785" y="164035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2EE61F-C56A-54FC-2764-6D47DF94EC1D}"/>
              </a:ext>
            </a:extLst>
          </p:cNvPr>
          <p:cNvSpPr txBox="1"/>
          <p:nvPr/>
        </p:nvSpPr>
        <p:spPr>
          <a:xfrm>
            <a:off x="678291" y="428932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4FC621-6A27-F9FC-DA7D-633C1EC6DAC1}"/>
              </a:ext>
            </a:extLst>
          </p:cNvPr>
          <p:cNvSpPr txBox="1"/>
          <p:nvPr/>
        </p:nvSpPr>
        <p:spPr>
          <a:xfrm>
            <a:off x="5031607" y="331185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4?</a:t>
            </a: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88C06C4-5567-F1D8-4E84-01148F973C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787" r="22295" b="9747"/>
          <a:stretch/>
        </p:blipFill>
        <p:spPr>
          <a:xfrm>
            <a:off x="6284017" y="2045810"/>
            <a:ext cx="5464411" cy="4241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86AFDF-E811-6341-1F32-977606446110}"/>
              </a:ext>
            </a:extLst>
          </p:cNvPr>
          <p:cNvSpPr txBox="1"/>
          <p:nvPr/>
        </p:nvSpPr>
        <p:spPr>
          <a:xfrm>
            <a:off x="6458980" y="4121156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C51965-F078-A6B5-C9B3-B30B621DF818}"/>
              </a:ext>
            </a:extLst>
          </p:cNvPr>
          <p:cNvSpPr txBox="1"/>
          <p:nvPr/>
        </p:nvSpPr>
        <p:spPr>
          <a:xfrm>
            <a:off x="8531502" y="1871184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C94EA6-592B-612E-CEBE-AD63CB034194}"/>
              </a:ext>
            </a:extLst>
          </p:cNvPr>
          <p:cNvSpPr txBox="1"/>
          <p:nvPr/>
        </p:nvSpPr>
        <p:spPr>
          <a:xfrm>
            <a:off x="2514517" y="3481133"/>
            <a:ext cx="6335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B9C12F-FA70-E1F4-6F59-A378AD489660}"/>
              </a:ext>
            </a:extLst>
          </p:cNvPr>
          <p:cNvSpPr txBox="1"/>
          <p:nvPr/>
        </p:nvSpPr>
        <p:spPr>
          <a:xfrm>
            <a:off x="8052112" y="1089869"/>
            <a:ext cx="2121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H[</a:t>
            </a:r>
            <a:r>
              <a:rPr lang="en-US" sz="3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C-ed]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1513AB3-670D-6CDD-7505-3D0107384558}"/>
              </a:ext>
            </a:extLst>
          </p:cNvPr>
          <p:cNvCxnSpPr/>
          <p:nvPr/>
        </p:nvCxnSpPr>
        <p:spPr>
          <a:xfrm>
            <a:off x="6178314" y="536028"/>
            <a:ext cx="0" cy="62011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7CE0DF-1C2E-D9B9-BE6F-056065E29FE5}"/>
              </a:ext>
            </a:extLst>
          </p:cNvPr>
          <p:cNvCxnSpPr/>
          <p:nvPr/>
        </p:nvCxnSpPr>
        <p:spPr>
          <a:xfrm flipH="1">
            <a:off x="9112658" y="5286704"/>
            <a:ext cx="567558" cy="55888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A29B15-2982-2B4F-6B5A-D6E9846CB697}"/>
              </a:ext>
            </a:extLst>
          </p:cNvPr>
          <p:cNvSpPr txBox="1"/>
          <p:nvPr/>
        </p:nvSpPr>
        <p:spPr>
          <a:xfrm>
            <a:off x="9599809" y="4902663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61A043-5986-D74E-ABD6-C7BD742BC469}"/>
              </a:ext>
            </a:extLst>
          </p:cNvPr>
          <p:cNvSpPr txBox="1"/>
          <p:nvPr/>
        </p:nvSpPr>
        <p:spPr>
          <a:xfrm>
            <a:off x="6363733" y="102198"/>
            <a:ext cx="5388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Purpose: assess </a:t>
            </a:r>
            <a:r>
              <a:rPr lang="en-US" dirty="0" err="1"/>
              <a:t>quantitativeness</a:t>
            </a:r>
            <a:r>
              <a:rPr lang="en-US" dirty="0"/>
              <a:t> of 1H[13Ced] NMR in</a:t>
            </a:r>
          </a:p>
          <a:p>
            <a:r>
              <a:rPr lang="en-US" dirty="0"/>
              <a:t>a molecule with protons in different molecular contexts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D43822-5272-9BE6-650E-31037BE88310}"/>
              </a:ext>
            </a:extLst>
          </p:cNvPr>
          <p:cNvSpPr txBox="1"/>
          <p:nvPr/>
        </p:nvSpPr>
        <p:spPr>
          <a:xfrm>
            <a:off x="4405879" y="790484"/>
            <a:ext cx="1394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 </a:t>
            </a:r>
            <a:r>
              <a:rPr lang="en-US" b="1" dirty="0"/>
              <a:t>1:3</a:t>
            </a:r>
          </a:p>
        </p:txBody>
      </p:sp>
    </p:spTree>
    <p:extLst>
      <p:ext uri="{BB962C8B-B14F-4D97-AF65-F5344CB8AC3E}">
        <p14:creationId xmlns:p14="http://schemas.microsoft.com/office/powerpoint/2010/main" val="2143244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80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1H[13Ced] quantitation test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1H[13Ced] quantitation test</dc:title>
  <dc:creator>Pavao, Aidan</dc:creator>
  <cp:lastModifiedBy>Pavao, Aidan</cp:lastModifiedBy>
  <cp:revision>1</cp:revision>
  <dcterms:created xsi:type="dcterms:W3CDTF">2023-03-08T21:25:39Z</dcterms:created>
  <dcterms:modified xsi:type="dcterms:W3CDTF">2023-03-08T21:50:03Z</dcterms:modified>
</cp:coreProperties>
</file>